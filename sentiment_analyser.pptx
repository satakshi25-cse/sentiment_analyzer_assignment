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D49D9-B8D5-4FD9-9440-40447CFF2675}" v="17" dt="2026-04-19T18:20:31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7262-9282-3E1A-C4E5-DC16C522B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6888F-AD11-F723-0ED2-ABFE4DC7A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E9AA6-8146-FD8B-757B-E09AFED2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16A15-DA09-B9D8-7E15-C946F37D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BDE8C-EB07-1E21-360B-D3EDB7D2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98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8A35-C098-C687-6BBF-C02B33F8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0679-D7DE-12A9-0EE7-86064E74F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9A812-65DD-E6C9-9F44-9782A2D2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F4690-1EB7-3B68-91C8-572BD091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16282-72FE-33E8-D1C2-82B614DA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9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8E99-14DC-65D4-D348-88F66931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2BCD-72A0-270B-F93C-B223EDB3A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7E089-FEB2-30D2-56A9-D41BC20B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8150B-692F-AAD1-AE82-2EA3AF32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4333B-9CB6-2B9F-4FB9-A16C50C0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0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5005-F27A-2DCF-ACF0-5A4825AE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726FF-0DBD-A06C-63DF-BE7B4FE08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A79B7-46A4-69A3-F396-FF0EE8177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919AF-4474-1048-F765-F5BDAF6A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BD955-A7FD-B4E8-B138-09E9FDE6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5DC3D-7855-6267-A2C9-BED8C17D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38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4D8B-FB29-3710-63C3-49B5292F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4A911-3F37-EADD-ED03-FF4675F2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30209-51B2-81AE-2B4B-633619B7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DD374-42C2-A82F-AD13-0FE67870E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D08FA-2912-BAF9-A34C-82B01977D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06835-F758-641E-60A0-87473AE8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AAAA9-631B-02B6-B24F-0F982D40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5B81D-4B09-A016-A964-79BB7CF1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08DB-73EC-23F9-DC8E-22095A51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4D3B4-F607-38B7-2F40-6D24ADE9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61B32-66A0-10BF-9BC7-0BC62BBE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CD59D-C89B-A960-51A2-400CC140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01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47AD60-DA1D-2BD7-4621-AEF705F7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D82-B757-69E5-ED94-BF1E3B95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53FD1-611B-5D7B-2905-4B76F32E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38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785-E6AB-EE5A-1B26-F0F85FC0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6ACB-BFB8-679A-6DD8-3BDE1DA61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E7538-CFB0-2C75-FDEB-5317196A8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3EBBC-036D-5E51-72D7-862CFFCB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8B645-8F16-79E4-1754-E0B1D565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B10DF-49EE-E6A1-947D-EE8921EE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36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B6F3-F9E8-8789-830D-9482CBF85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CEA95-7C54-097F-F2F1-1EDE22F9A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85517-4706-195C-E494-B05DE7DA8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13C38-1233-F25E-DE44-25C234E9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B8711-6BFC-F162-DFF1-529DD122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C290E-52A6-D451-0D77-86E659CA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81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46E6-51DA-12D9-8CAD-70C10F92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107D8-C4FD-963F-4A15-2FAC8D92D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F974-ECB7-79D9-AD7D-E3FDB6AC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5E45B-59BC-88BF-3D39-C98EAF30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0500-C341-86C5-46EF-F3C7CF20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2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0CE62-B5D2-97FD-2786-E612776A2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E8881-FD62-8B45-2B95-1F9D752C4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B0F2-0B65-4335-3623-27B8B339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17C26-F3AB-74AB-E111-19E2D419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7E449-058D-70BD-1CEE-8EAB424D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25611-FD90-BF82-9C92-CEFA9006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73228-E13A-9444-8D0B-F571CAB17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C82A-3936-AB01-714A-5B8A6B1C6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04F7F-96EB-41C6-AA88-4FDA9AC4327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5E1CF-4DA0-E3CC-4679-54E7DA9EA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EAD7-529E-C651-2F21-D41EAB67E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72B1C-FDF6-4881-BC46-DA01CEAF5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4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takshi25-cse/sentiment_analyzer_assignment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999A-2E2B-7491-1754-95E80AC9CD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Restaurant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18F82-765E-10C4-ADD2-63FE4E43A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9066"/>
            <a:ext cx="9144000" cy="448733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Satakshi Rai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Dept: CSE(DS)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Regn No. : 202300138</a:t>
            </a:r>
          </a:p>
        </p:txBody>
      </p:sp>
    </p:spTree>
    <p:extLst>
      <p:ext uri="{BB962C8B-B14F-4D97-AF65-F5344CB8AC3E}">
        <p14:creationId xmlns:p14="http://schemas.microsoft.com/office/powerpoint/2010/main" val="131485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DE6F-258B-2BD9-B875-2159F4074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768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8AF26-2EDC-9D68-26FA-8E3008C4F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70037"/>
            <a:ext cx="9144000" cy="479689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is a Natural Language Processing (NLP) technique used to determine the emotional tone of text.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to analyze customer feedback, reviews, and opinions.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analyze restaurant reviews to classify them into: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79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E6D1-ABBF-B1E7-1BD7-3D2094AB7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270933"/>
            <a:ext cx="9144000" cy="6228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511F6-819A-DA4D-F48C-45AEC142F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10733"/>
            <a:ext cx="9144000" cy="404706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provide reviews containing mixed opinions.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“Food is good but service is bad”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Traditional models give only one overall sentiment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fail to capture aspect-specific opinions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28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39D8-0D6C-78B2-33FF-ADD9F02C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466" y="211666"/>
            <a:ext cx="9144000" cy="953030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EC273-E985-BF21-53D3-B5F9DA8FB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29267"/>
            <a:ext cx="9144000" cy="392853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restaurant reviews into sentiment categories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restaurant-wise sentiment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aspect-based sentiment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model performance using different parameters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1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EA97-8932-F294-B412-C6CD59D8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338666"/>
            <a:ext cx="9144000" cy="57203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DC794-C588-EE19-ED9B-BE2E137C3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467" y="1312334"/>
            <a:ext cx="9144000" cy="40132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~50 reviews from restaurants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Majitar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contains: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Restaurant Name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Sentiment(Label)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(Food, Service, Ambience, Money)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305C5-8B99-4021-605B-3CAF6BE87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733" y="1134534"/>
            <a:ext cx="4572000" cy="401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F5F7F5-FE77-3920-51CB-ECF15D072B8D}"/>
              </a:ext>
            </a:extLst>
          </p:cNvPr>
          <p:cNvSpPr txBox="1"/>
          <p:nvPr/>
        </p:nvSpPr>
        <p:spPr>
          <a:xfrm>
            <a:off x="7772400" y="5537200"/>
            <a:ext cx="3420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Review dataset</a:t>
            </a:r>
          </a:p>
        </p:txBody>
      </p:sp>
    </p:spTree>
    <p:extLst>
      <p:ext uri="{BB962C8B-B14F-4D97-AF65-F5344CB8AC3E}">
        <p14:creationId xmlns:p14="http://schemas.microsoft.com/office/powerpoint/2010/main" val="251116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6DCD-9DC7-BEFF-9D51-E3BD8B6EE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000"/>
            <a:ext cx="9144000" cy="9276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06B87-3F8A-E719-DD40-1FF7E8B20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7800"/>
            <a:ext cx="9144000" cy="38100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punctuation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TF-IDF4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 using Naive Bayes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951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9FC7C8-1EA0-99B8-1D40-1C8604F68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18532"/>
            <a:ext cx="9144000" cy="9953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9BFAF3-3C92-7F26-4619-B7F80A0A7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52600"/>
            <a:ext cx="9144000" cy="35052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classifies input reviews into: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“Food is bad” → Negative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5859A6-702A-4BB5-0741-65FAD3503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74"/>
          <a:stretch>
            <a:fillRect/>
          </a:stretch>
        </p:blipFill>
        <p:spPr>
          <a:xfrm>
            <a:off x="3939367" y="3991689"/>
            <a:ext cx="3991532" cy="19048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8C76F-BA3D-B117-82E5-0454A62989D8}"/>
              </a:ext>
            </a:extLst>
          </p:cNvPr>
          <p:cNvSpPr txBox="1"/>
          <p:nvPr/>
        </p:nvSpPr>
        <p:spPr>
          <a:xfrm>
            <a:off x="4140200" y="6079067"/>
            <a:ext cx="346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sentiment</a:t>
            </a:r>
          </a:p>
        </p:txBody>
      </p:sp>
    </p:spTree>
    <p:extLst>
      <p:ext uri="{BB962C8B-B14F-4D97-AF65-F5344CB8AC3E}">
        <p14:creationId xmlns:p14="http://schemas.microsoft.com/office/powerpoint/2010/main" val="96115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7DC4-F056-E59D-8DA0-171EF9E39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067" y="0"/>
            <a:ext cx="9144000" cy="8683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WISE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7C050-DB64-52CC-2CFC-90EECE81B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1533"/>
            <a:ext cx="9144000" cy="399626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all reviews of a restaurant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Counts: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sentiment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(Pie chart)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94189-F20A-4D5F-3012-D509C7A2C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734" y="1495474"/>
            <a:ext cx="3668016" cy="3022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366D7-A130-9516-9751-326719C4D02A}"/>
              </a:ext>
            </a:extLst>
          </p:cNvPr>
          <p:cNvSpPr txBox="1"/>
          <p:nvPr/>
        </p:nvSpPr>
        <p:spPr>
          <a:xfrm>
            <a:off x="6671734" y="4752014"/>
            <a:ext cx="4436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Pie chart for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Imperfecto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22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593C-B9AC-932A-D53F-56C07E8A0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33" y="101599"/>
            <a:ext cx="9144000" cy="8937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ASPECT-BASED SENTIMENT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CB862-C33E-3AA4-703D-754EAB1C7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1733" y="1388533"/>
            <a:ext cx="9144000" cy="37338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sentiment for specific aspects: Food, Service, Ambience, Money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“Ambience is good but food is bad”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→ Negative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Ambience → Positive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8611D-6B73-E62A-62ED-D6A26FC92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3" b="68005"/>
          <a:stretch>
            <a:fillRect/>
          </a:stretch>
        </p:blipFill>
        <p:spPr>
          <a:xfrm>
            <a:off x="3395133" y="3854714"/>
            <a:ext cx="4715933" cy="1959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AACEC3-0F01-B10E-7109-4A25794A4B40}"/>
              </a:ext>
            </a:extLst>
          </p:cNvPr>
          <p:cNvSpPr txBox="1"/>
          <p:nvPr/>
        </p:nvSpPr>
        <p:spPr>
          <a:xfrm>
            <a:off x="3953933" y="5923691"/>
            <a:ext cx="383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Aspect based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73939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BA8A-F5A7-ECAA-9D85-006A81669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33" y="0"/>
            <a:ext cx="9144000" cy="9022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C4B15-BEA5-2AC3-797C-EDD22A600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10" y="1573821"/>
            <a:ext cx="4224179" cy="3033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DFEB84-2821-A7FC-94D7-AB1D65CEF16B}"/>
              </a:ext>
            </a:extLst>
          </p:cNvPr>
          <p:cNvSpPr txBox="1"/>
          <p:nvPr/>
        </p:nvSpPr>
        <p:spPr>
          <a:xfrm>
            <a:off x="1016000" y="4758266"/>
            <a:ext cx="368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Model accuracy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D8A28-F866-0441-EADA-4A7F2A565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45952" b="19753"/>
          <a:stretch>
            <a:fillRect/>
          </a:stretch>
        </p:blipFill>
        <p:spPr>
          <a:xfrm>
            <a:off x="7349067" y="1573821"/>
            <a:ext cx="3877733" cy="30330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1CAE16-3075-AF95-0CA7-A1C40ED44A8F}"/>
              </a:ext>
            </a:extLst>
          </p:cNvPr>
          <p:cNvSpPr txBox="1"/>
          <p:nvPr/>
        </p:nvSpPr>
        <p:spPr>
          <a:xfrm>
            <a:off x="7493002" y="4758265"/>
            <a:ext cx="4080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Accuracy with different parameters</a:t>
            </a:r>
          </a:p>
        </p:txBody>
      </p:sp>
    </p:spTree>
    <p:extLst>
      <p:ext uri="{BB962C8B-B14F-4D97-AF65-F5344CB8AC3E}">
        <p14:creationId xmlns:p14="http://schemas.microsoft.com/office/powerpoint/2010/main" val="249947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9270-9D50-2B72-3EDE-4CD2C353D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466" y="126999"/>
            <a:ext cx="9144000" cy="57203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7F8DF-8846-91C1-832C-E424818E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12333"/>
            <a:ext cx="9144000" cy="394546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analyzes sentiments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both overall and aspect-wise insights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dataset size and quality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700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C185-5D2D-F572-7997-48C11A080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5666" y="0"/>
            <a:ext cx="9144000" cy="9022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7670B-CD2D-4986-2430-282A1407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40933"/>
            <a:ext cx="9144000" cy="3716867"/>
          </a:xfrm>
        </p:spPr>
        <p:txBody>
          <a:bodyPr>
            <a:norm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repository: </a:t>
            </a:r>
            <a:r>
              <a:rPr lang="en-IN" sz="1800" dirty="0">
                <a:hlinkClick r:id="rId2"/>
              </a:rPr>
              <a:t>satakshi25-cse/</a:t>
            </a:r>
            <a:r>
              <a:rPr lang="en-IN" sz="1800" dirty="0" err="1">
                <a:hlinkClick r:id="rId2"/>
              </a:rPr>
              <a:t>sentiment_analyzer_assignment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68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CF19-64B8-E049-1107-C4A7FA1C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6" y="19060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3299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340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Sentiment Analysis of Restaurant Reviews</vt:lpstr>
      <vt:lpstr>INTRODUCTION</vt:lpstr>
      <vt:lpstr>PROBLEM STATEMENT</vt:lpstr>
      <vt:lpstr>OBJECTIVE </vt:lpstr>
      <vt:lpstr>DATASET</vt:lpstr>
      <vt:lpstr>METHODOLOGY</vt:lpstr>
      <vt:lpstr>SENTIMENT ANALYSIS</vt:lpstr>
      <vt:lpstr>RESTAURANT WISE ANALYSIS</vt:lpstr>
      <vt:lpstr>ASPECT-BASED SENTIMENT ANALYSIS</vt:lpstr>
      <vt:lpstr>MODEL EVALUATION</vt:lpstr>
      <vt:lpstr>CONCLUSION</vt:lpstr>
      <vt:lpstr>GITHUB LINK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Satakshi Rai</dc:creator>
  <cp:lastModifiedBy>Satakshi Rai</cp:lastModifiedBy>
  <cp:revision>2</cp:revision>
  <dcterms:created xsi:type="dcterms:W3CDTF">2026-04-19T17:23:59Z</dcterms:created>
  <dcterms:modified xsi:type="dcterms:W3CDTF">2026-04-19T18:21:33Z</dcterms:modified>
</cp:coreProperties>
</file>